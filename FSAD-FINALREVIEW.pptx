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130" y="384"/>
      </p:cViewPr>
      <p:guideLst>
        <p:guide orient="horz" pos="20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PROJECT FINAL REVIEW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r>
              <a:rPr lang="en-US" alt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-05-2026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53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R.SRINIVAS – VTU25129 – </a:t>
            </a:r>
            <a:r>
              <a:rPr lang="en-US" sz="28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Reg.No</a:t>
            </a: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23UECS0473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1" y="7047303"/>
            <a:ext cx="7191638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alt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</a:p>
          <a:p>
            <a:pPr>
              <a:lnSpc>
                <a:spcPct val="150000"/>
              </a:lnSpc>
            </a:pP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8961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56785" y="5586735"/>
            <a:ext cx="1264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571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943100"/>
            <a:ext cx="15413990" cy="754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 and institutions, event management still depends heavily on manual coordination, phone calls, and repeated message sharing.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often leads to missed updates, confusion in scheduling, and poor participant management.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helps all users stay updated without needing repeated manual follow-ups.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admin to create and edit events</a:t>
            </a:r>
            <a:r>
              <a:rPr lang="en-US" altLang="en-US" sz="2800" dirty="0"/>
              <a:t>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browse a live feed of events and register with just one click</a:t>
            </a:r>
            <a:r>
              <a:rPr lang="en-US" dirty="0"/>
              <a:t>.</a:t>
            </a:r>
            <a:endParaRPr lang="en-US" altLang="en-US" sz="2800" dirty="0"/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 modern platform designed to improve event planning, coordination, and communication.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866900"/>
            <a:ext cx="15082325" cy="680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 processes create high administrative workloads and lead to frequent data entry errors.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centralized digital dashboard to track their personal registration history and schedules.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real-time analytical system to help administrators monitor student engagement or event popularity.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schedule or venue changes manually is slow and often fails to reach all participants in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management prevents the institution from generating fast and accurate attendance reports.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lack the automation required to ensure a reliable and streamlined event management experience.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548640"/>
            <a:ext cx="1790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76780" y="2628900"/>
            <a:ext cx="1508232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web-based system that automates the entire campus event discovery and registration process.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real-time analytics dashboard for monitoring student participation and improving overall administrative data accuracy.</a:t>
            </a:r>
          </a:p>
          <a:p>
            <a:pPr marL="457200" indent="-457200" algn="just">
              <a:buFontTx/>
              <a:buChar char="-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1714500"/>
            <a:ext cx="1508232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centralized web-based platform built with Spring Boot and Thymeleaf for end-to-end campus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 secure admin dashboard for managing event lifecycles and a dedicated student portal for registrations.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the registration process, it eliminates the need for manual paperwork and reduces human errors in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lack of insights by providing real-time analytics and data visualizations to monitor student engagement levels.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superior accessibility, allowing users to register for and manage events 24/7 from any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ensures higher security and integrity of student records compared to manual spreadsheets.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confirmation and notification systems significantly enhance the speed and reliability of campus-wide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92710" y="-8988425"/>
            <a:ext cx="8933180" cy="93192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515235" y="2103755"/>
            <a:ext cx="13952855" cy="260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40" name="Picture 39" descr="ChatGPT Image Apr 19, 2026, 09_26_24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55" y="1562100"/>
            <a:ext cx="13891895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42"/>
          <p:cNvSpPr txBox="1"/>
          <p:nvPr/>
        </p:nvSpPr>
        <p:spPr>
          <a:xfrm>
            <a:off x="2176780" y="2400300"/>
            <a:ext cx="15112365" cy="595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such as event details, participant invitations,  responses, and event updates are entered into the system.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processes the input by handling event creation, updating records, sending notifications, and synchronizing data in real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information related to users, events, participants, and status is stored securely in the database for quick access and management.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updated event information, participant status, instant notifications, and synchronized results to all users.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emini_Generated_Image_zam6xvzam6xvzam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57300"/>
            <a:ext cx="15627350" cy="8524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982470"/>
            <a:ext cx="15082325" cy="43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Spring Boot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Git, GitHub, Postman, Maven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with minimum 4 GB RAM, dual-core processor, Node.js environment, modern web browser, and operating system such as Windows, Linux, or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3532" y="1771524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registration,admin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basic profile-related information for accessing the system.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create new events, specifying date, time, venue, and descriptions.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Administrative Control Hub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tools to create, edit, or delete events and manage the comprehensive list of participant registrations.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Visual Reporting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Chart.js to generate real-time visual insights into event popularity, registration trends, and student participation metrics.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72200" y="7625035"/>
            <a:ext cx="7113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of the website with details regarding events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A44EC-FF2A-AAC8-CD82-2A2E37A88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8" y="1409700"/>
            <a:ext cx="12217671" cy="7291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7835" y="8039100"/>
            <a:ext cx="7222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screen of the student with details regarding available events.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17150" y="8039100"/>
            <a:ext cx="7578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screen of student where they can enter credentials.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522" y="2276835"/>
            <a:ext cx="7398847" cy="536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3163A4-F538-1107-6355-4F746C215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88" y="2126159"/>
            <a:ext cx="7398846" cy="5369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190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5841" y="2155190"/>
            <a:ext cx="14268368" cy="5166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campus activities in one unified digital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paperwork and administrative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 tracking of student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24/7 mobile-friendly registration for all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stable internet connection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Effectiveness depends on institutional-wide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regular updates for data security and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Input: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time-consuming initial setup for event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952</Words>
  <Application>Microsoft Office PowerPoint</Application>
  <PresentationFormat>Custom</PresentationFormat>
  <Paragraphs>211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Bookman Old Style</vt:lpstr>
      <vt:lpstr>Calibri</vt:lpstr>
      <vt:lpstr>Gotham Bold Italics</vt:lpstr>
      <vt:lpstr>Cambria</vt:lpstr>
      <vt:lpstr>Gotham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SRINIVASA REDDY RACHAMALLU</dc:creator>
  <cp:lastModifiedBy>SRINIVASA REDDY RACHAMALLU</cp:lastModifiedBy>
  <cp:revision>29</cp:revision>
  <dcterms:created xsi:type="dcterms:W3CDTF">2006-08-16T00:00:00Z</dcterms:created>
  <dcterms:modified xsi:type="dcterms:W3CDTF">2026-05-06T03:51:44Z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CB5CA714575146BD890F1B129058A58E_13</vt:lpwstr>
  </property>
</Properties>
</file>